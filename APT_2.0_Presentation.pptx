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305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ADVANCED POSTAL 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95453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FFFFF"/>
                </a:solidFill>
              </a:rPr>
              <a:t>APT 2.0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914400" y="2828925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Next-Gen Platform  •  Digital First  •  Microservices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</a:rPr>
              <a:t>IT 2.0 Characteristics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914400"/>
          </a:xfrm>
          <a:prstGeom prst="round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In-House Capability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Build all technology needs internally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651760" cy="914400"/>
          </a:xfrm>
          <a:prstGeom prst="round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 Experience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91840" y="1874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Primacy of seamless UX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651760" cy="914400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Mobile First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Self-service &amp; assisted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2651760" cy="914400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Anytime, Anywhere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Offline &amp; online access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2468880"/>
            <a:ext cx="2651760" cy="9144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Microservices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91840" y="2971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Unbundling, atomicity, isolation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468880"/>
            <a:ext cx="2651760" cy="914400"/>
          </a:xfrm>
          <a:prstGeom prst="roundRect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Platform Approach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26480" y="2971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Diversity with interoperability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</a:rPr>
              <a:t>APT 2.0 Principles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80160" y="1280160"/>
            <a:ext cx="71323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3258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Unified Digital Solution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527048"/>
            <a:ext cx="6766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All India Post services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80160" y="1920240"/>
            <a:ext cx="71323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19659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Anytime, Anywhere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167128"/>
            <a:ext cx="6766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Portal &amp; mobile 24/7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06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80160" y="2560320"/>
            <a:ext cx="71323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26060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Secure Onboarding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2807208"/>
            <a:ext cx="6766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MFA, Aadhaar, e-KYC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80160" y="3200400"/>
            <a:ext cx="71323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32461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Self-Service First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447288"/>
            <a:ext cx="6766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Reduce counter dependency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86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80160" y="3840480"/>
            <a:ext cx="71323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63040" y="38862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Real-Time Data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4087368"/>
            <a:ext cx="6766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Live alerts &amp; notifications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</a:rPr>
              <a:t>IT 2.0 Technology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627632" cy="548640"/>
          </a:xfrm>
          <a:prstGeom prst="round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0876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Golang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76272" y="1371600"/>
            <a:ext cx="1627632" cy="548640"/>
          </a:xfrm>
          <a:prstGeom prst="round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2176272" y="150876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Next.js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95344" y="1371600"/>
            <a:ext cx="1627632" cy="548640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3895344" y="150876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Flutter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14416" y="1371600"/>
            <a:ext cx="1627632" cy="548640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5614416" y="150876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PostgreSQL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33488" y="1371600"/>
            <a:ext cx="1627632" cy="54864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7333488" y="150876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ClickHouse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1627632" cy="548640"/>
          </a:xfrm>
          <a:prstGeom prst="round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9456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Docker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76272" y="2057400"/>
            <a:ext cx="1627632" cy="548640"/>
          </a:xfrm>
          <a:prstGeom prst="roundRect">
            <a:avLst/>
          </a:prstGeom>
          <a:solidFill>
            <a:srgbClr val="EC4899"/>
          </a:solidFill>
          <a:ln/>
        </p:spPr>
      </p:sp>
      <p:sp>
        <p:nvSpPr>
          <p:cNvPr id="16" name="Text 14"/>
          <p:cNvSpPr/>
          <p:nvPr/>
        </p:nvSpPr>
        <p:spPr>
          <a:xfrm>
            <a:off x="2176272" y="219456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Kubernetes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95344" y="2057400"/>
            <a:ext cx="1627632" cy="548640"/>
          </a:xfrm>
          <a:prstGeom prst="roundRect">
            <a:avLst/>
          </a:prstGeom>
          <a:solidFill>
            <a:srgbClr val="EAB308"/>
          </a:solidFill>
          <a:ln/>
        </p:spPr>
      </p:sp>
      <p:sp>
        <p:nvSpPr>
          <p:cNvPr id="18" name="Text 16"/>
          <p:cNvSpPr/>
          <p:nvPr/>
        </p:nvSpPr>
        <p:spPr>
          <a:xfrm>
            <a:off x="3895344" y="219456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Ubuntu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14416" y="2057400"/>
            <a:ext cx="1627632" cy="548640"/>
          </a:xfrm>
          <a:prstGeom prst="roundRect">
            <a:avLst/>
          </a:prstGeom>
          <a:solidFill>
            <a:srgbClr val="1E40AF"/>
          </a:solidFill>
          <a:ln/>
        </p:spPr>
      </p:sp>
      <p:sp>
        <p:nvSpPr>
          <p:cNvPr id="20" name="Text 18"/>
          <p:cNvSpPr/>
          <p:nvPr/>
        </p:nvSpPr>
        <p:spPr>
          <a:xfrm>
            <a:off x="5614416" y="219456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Kafka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33488" y="2057400"/>
            <a:ext cx="1627632" cy="548640"/>
          </a:xfrm>
          <a:prstGeom prst="round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7333488" y="219456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Temporal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</a:rPr>
              <a:t>APT 2.0 Functionalities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627632" cy="731520"/>
          </a:xfrm>
          <a:prstGeom prst="round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Mail Operations-Mail Booking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76272" y="1280160"/>
            <a:ext cx="1627632" cy="731520"/>
          </a:xfrm>
          <a:prstGeom prst="round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2176272" y="137160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67712" y="169164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Mail Operations-Transmission &amp; Delivery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95344" y="1280160"/>
            <a:ext cx="1627632" cy="731520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3895344" y="137160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86784" y="169164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Treasury and Sub Accounts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14416" y="1280160"/>
            <a:ext cx="1627632" cy="731520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5614416" y="137160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705856" y="169164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Accounts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33488" y="1280160"/>
            <a:ext cx="1627632" cy="73152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333488" y="137160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24928" y="169164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PAO Module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194560"/>
            <a:ext cx="1627632" cy="731520"/>
          </a:xfrm>
          <a:prstGeom prst="roundRect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28600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" y="260604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HR Solutions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76272" y="2194560"/>
            <a:ext cx="1627632" cy="731520"/>
          </a:xfrm>
          <a:prstGeom prst="roundRect">
            <a:avLst/>
          </a:prstGeom>
          <a:solidFill>
            <a:srgbClr val="EC4899"/>
          </a:solidFill>
          <a:ln/>
        </p:spPr>
      </p:sp>
      <p:sp>
        <p:nvSpPr>
          <p:cNvPr id="22" name="Text 20"/>
          <p:cNvSpPr/>
          <p:nvPr/>
        </p:nvSpPr>
        <p:spPr>
          <a:xfrm>
            <a:off x="2176272" y="228600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267712" y="260604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CRM Solutions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95344" y="2194560"/>
            <a:ext cx="1627632" cy="731520"/>
          </a:xfrm>
          <a:prstGeom prst="roundRect">
            <a:avLst/>
          </a:prstGeom>
          <a:solidFill>
            <a:srgbClr val="EAB308"/>
          </a:solidFill>
          <a:ln/>
        </p:spPr>
      </p:sp>
      <p:sp>
        <p:nvSpPr>
          <p:cNvPr id="25" name="Text 23"/>
          <p:cNvSpPr/>
          <p:nvPr/>
        </p:nvSpPr>
        <p:spPr>
          <a:xfrm>
            <a:off x="3895344" y="228600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986784" y="260604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Employee Self Service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14416" y="2194560"/>
            <a:ext cx="1627632" cy="731520"/>
          </a:xfrm>
          <a:prstGeom prst="roundRect">
            <a:avLst/>
          </a:prstGeom>
          <a:solidFill>
            <a:srgbClr val="1E40AF"/>
          </a:solidFill>
          <a:ln/>
        </p:spPr>
      </p:sp>
      <p:sp>
        <p:nvSpPr>
          <p:cNvPr id="28" name="Text 26"/>
          <p:cNvSpPr/>
          <p:nvPr/>
        </p:nvSpPr>
        <p:spPr>
          <a:xfrm>
            <a:off x="5614416" y="228600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9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705856" y="260604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MIS Reports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33488" y="2194560"/>
            <a:ext cx="1627632" cy="731520"/>
          </a:xfrm>
          <a:prstGeom prst="roundRect">
            <a:avLst/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7333488" y="228600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424928" y="260604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DREAM App and DAK Sewa APP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</a:rPr>
              <a:t>Mail Booking Features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Content for this slide is defined in the HTML files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</a:rPr>
              <a:t>Transmission &amp; Delivery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Content for this slide is defined in the HTML files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</a:rPr>
              <a:t>Treasury Module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Content for this slide is defined in the HTML files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</a:rPr>
              <a:t>Accounts &amp; Sub Accounts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Content for this slide is defined in the HTML files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</a:rPr>
              <a:t>HR Solutions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Content for this slide is defined in the HTML files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</a:rPr>
              <a:t>CRM Solutions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Content for this slide is defined in the HTML files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</a:rPr>
              <a:t>Employee Self Service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Content for this slide is defined in the HTML files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</a:rPr>
              <a:t>DAK SEWA APP - Users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Content for this slide is defined in the HTML files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</a:rPr>
              <a:t>DAK SEWA APP - Features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Content for this slide is defined in the HTML files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</a:rPr>
              <a:t>DREAM APP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Content for this slide is defined in the HTML files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</a:rPr>
              <a:t>Customer Self Service Portal (Part 1)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Content for this slide is defined in the HTML files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</a:rPr>
              <a:t>Customer Self Service Portal (Part 2)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Content for this slide is defined in the HTML files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</a:rPr>
              <a:t>Customer Self Service Portal (Part 3)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Content for this slide is defined in the HTML files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</a:rPr>
              <a:t>MIS Dashboard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Content for this slide is defined in the HTML files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</a:rPr>
              <a:t>Other Modules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Content for this slide is defined in the HTML files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APT 2.0 - TRANSFORMING INDIA POST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India Post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APT 2.0 - Advanced Postal Technology</dc:title>
  <dc:subject>APT 2.0 Presentation</dc:subject>
  <dc:creator>India Post</dc:creator>
  <cp:lastModifiedBy>India Post</cp:lastModifiedBy>
  <cp:revision>1</cp:revision>
  <dcterms:created xsi:type="dcterms:W3CDTF">2026-01-15T13:26:43Z</dcterms:created>
  <dcterms:modified xsi:type="dcterms:W3CDTF">2026-01-15T13:26:43Z</dcterms:modified>
</cp:coreProperties>
</file>